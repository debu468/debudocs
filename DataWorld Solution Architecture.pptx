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258A"/>
    <a:srgbClr val="CE7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092F1-3558-40C7-BC7B-88114936C67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B002D-5196-46E8-AA8B-16756C0D3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190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4C59-C6BE-EE94-00AF-2418A565A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8E0CD-AAEE-156A-FC07-F972900A5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10CB9-787C-2D18-823E-C6D24EA4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870BF-B8F8-7CFC-7225-73FEE8D0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BD29-C94B-D098-2D77-5160F7B1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61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0DD3-2E49-724E-1C03-7B9C0BD9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AA2E-F8F6-A625-729D-0F435FE02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21611-9413-8811-6078-760B0541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F99E3-37D2-AE60-D98F-1F9850DA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6E45-E0A2-C4C6-B887-12C14509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1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2CCB-933B-CA8E-FA84-50A555BD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EEFEE-F973-64BA-B8EC-FFF38ACAC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88D8F-9C7D-1CDF-22D8-70FB5BFF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757B4-48BB-937B-5142-5F197544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18950-2E19-5EE0-9F87-00D9A9E3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4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504C-F662-9D2C-66ED-EA98E256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E8661-794B-92C3-BBD0-79D20C240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F2CA4-85AF-C081-7A33-CED6CAC42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FB820-A479-C9A3-B4C2-C7E3FEB9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5E71A-6499-860F-024A-6CFC68E3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B0C5A-310A-2BD9-6A6B-B6E5A571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18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8FED-A2FB-FC0B-9EED-3BBF5A4C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FE1CE-9731-EE35-CA83-BF4E25586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17DFB-14E4-9275-4FAA-3C09A88D0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7E9DF-A06A-7121-FD51-B215C841D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FCE35-B64E-AE90-9081-5CBCBBB02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2E555-217C-28D7-5270-5B67579C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B1AAB-48D4-AE82-8F8E-2B8235F0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A78DA3-88DF-B218-A73C-968C3B3D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5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B0F5-2A00-9E54-221C-7D9AD491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74387-B309-73F7-298F-997432DC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B3960-A278-040F-07F8-24F8778F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0A750-CC83-44F2-2AD7-FA4617D5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21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AD2E1-02E9-AAB7-AC29-1E21ABD7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CB60B-3147-B2E6-4831-1358D0D5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B3F93-EE28-6482-0BFC-CB2FBF7B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78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DAB5-C272-FE2D-20CD-B5AE0C07B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01F1-3243-2972-18B2-918112CC2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FD718-755B-74DF-383F-2F9734B0C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33D63-F80C-5D74-82C9-FD8E4B98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B914F-6B93-72F0-CB5B-DE2E96F3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4C4F5-0359-B38D-CCA5-EE289BE5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2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0565-46CD-98DB-3472-7B4A625E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E863B-6B01-B866-397C-319A4AB5A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86408-8D67-648E-842B-B55A3C093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DCF62-FB40-1CAD-8207-084A72EF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E18A8-E5B4-1692-3F24-C8753857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F3907-BB69-4E4A-0A75-450B4D4A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2B5B-7AF5-762F-760E-073CAC22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AB1A4-6123-91F3-C5A5-AE2D8F101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68487-D48F-07C5-770B-6DAD9C7B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C4E41-ACF3-D5C9-0A7C-F4B5D4D3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745A-27C6-E5DB-345F-CE8B4C93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53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FE7C6-2610-A0B4-A9CE-14BF0AD0D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DDA76-94E7-22B7-2A28-2CE368ADD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7713E-1ACD-68A5-E370-E33B978B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84101-93BD-8E43-D141-B2171FD4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B5A5-5DEE-382F-B46E-B25D4E57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34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9D0D3D-06E3-7209-A465-92D159A8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8DCF4-F5D1-115B-40D4-47D0B99CA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FFA44-6D0E-6C32-CEA6-96D6C832F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64E41-7D85-491C-98B1-89F17E0B541D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D6F4B-05D2-81A7-19D9-932C5898E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96C7B-7C0A-2D8C-84D5-F0029125D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3C4A5-7D6B-41F6-A74A-5CC3D09F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5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B5E4720E-E9A8-7524-CD49-42256B85534A}"/>
              </a:ext>
            </a:extLst>
          </p:cNvPr>
          <p:cNvSpPr/>
          <p:nvPr/>
        </p:nvSpPr>
        <p:spPr>
          <a:xfrm>
            <a:off x="6560698" y="583562"/>
            <a:ext cx="5523781" cy="4627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3C6865D-BE45-F6D9-E95E-270FC6A0A991}"/>
              </a:ext>
            </a:extLst>
          </p:cNvPr>
          <p:cNvSpPr/>
          <p:nvPr/>
        </p:nvSpPr>
        <p:spPr>
          <a:xfrm>
            <a:off x="6763109" y="1471326"/>
            <a:ext cx="1948794" cy="18554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AA3038B-DDEB-1C64-AA52-1511F8DF67F3}"/>
              </a:ext>
            </a:extLst>
          </p:cNvPr>
          <p:cNvSpPr/>
          <p:nvPr/>
        </p:nvSpPr>
        <p:spPr>
          <a:xfrm>
            <a:off x="8859327" y="866163"/>
            <a:ext cx="2685455" cy="406067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353EF20-C2BA-2F80-C749-B2E18EF03FAA}"/>
              </a:ext>
            </a:extLst>
          </p:cNvPr>
          <p:cNvSpPr/>
          <p:nvPr/>
        </p:nvSpPr>
        <p:spPr>
          <a:xfrm>
            <a:off x="4584463" y="587123"/>
            <a:ext cx="1834229" cy="61331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EF48C3-138F-AE3F-E3E2-AA1D8EEE84C7}"/>
              </a:ext>
            </a:extLst>
          </p:cNvPr>
          <p:cNvSpPr/>
          <p:nvPr/>
        </p:nvSpPr>
        <p:spPr>
          <a:xfrm>
            <a:off x="86264" y="587997"/>
            <a:ext cx="4324392" cy="613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7ACA1-F8B5-32EB-68FB-E5707091D589}"/>
              </a:ext>
            </a:extLst>
          </p:cNvPr>
          <p:cNvSpPr/>
          <p:nvPr/>
        </p:nvSpPr>
        <p:spPr>
          <a:xfrm>
            <a:off x="2917196" y="1303017"/>
            <a:ext cx="1190625" cy="43338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 err="1">
                <a:solidFill>
                  <a:schemeClr val="tx1"/>
                </a:solidFill>
              </a:rPr>
              <a:t>Data.world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6749D8-07BE-C5F8-6743-5649DC6246E1}"/>
              </a:ext>
            </a:extLst>
          </p:cNvPr>
          <p:cNvSpPr/>
          <p:nvPr/>
        </p:nvSpPr>
        <p:spPr>
          <a:xfrm>
            <a:off x="5290998" y="1303018"/>
            <a:ext cx="636928" cy="38308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API Gateway (Apigee)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C460F-C773-C091-C217-780F0684C5E1}"/>
              </a:ext>
            </a:extLst>
          </p:cNvPr>
          <p:cNvSpPr/>
          <p:nvPr/>
        </p:nvSpPr>
        <p:spPr>
          <a:xfrm>
            <a:off x="7030097" y="1853067"/>
            <a:ext cx="1465833" cy="1152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Collector Layer/Experience Layer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5D5280-20E5-C7BA-AACE-CC70466C030D}"/>
              </a:ext>
            </a:extLst>
          </p:cNvPr>
          <p:cNvSpPr/>
          <p:nvPr/>
        </p:nvSpPr>
        <p:spPr>
          <a:xfrm>
            <a:off x="862642" y="1471326"/>
            <a:ext cx="1108398" cy="3068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Internal Websites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34278E-5B35-11C0-3038-E4A790DF9944}"/>
              </a:ext>
            </a:extLst>
          </p:cNvPr>
          <p:cNvSpPr/>
          <p:nvPr/>
        </p:nvSpPr>
        <p:spPr>
          <a:xfrm>
            <a:off x="1333186" y="2147171"/>
            <a:ext cx="753355" cy="513425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Global.Net</a:t>
            </a:r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DB272765-9162-2140-CCD6-5AAC35F99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326759"/>
            <a:ext cx="621437" cy="621437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1E9018-6562-FBAC-5E6A-EEDB7CAE290E}"/>
              </a:ext>
            </a:extLst>
          </p:cNvPr>
          <p:cNvSpPr/>
          <p:nvPr/>
        </p:nvSpPr>
        <p:spPr>
          <a:xfrm>
            <a:off x="1322865" y="3239831"/>
            <a:ext cx="753355" cy="513425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OKTA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F99EF1-6DD7-495E-5CC7-31272D4D31AF}"/>
              </a:ext>
            </a:extLst>
          </p:cNvPr>
          <p:cNvSpPr/>
          <p:nvPr/>
        </p:nvSpPr>
        <p:spPr>
          <a:xfrm>
            <a:off x="9121540" y="4008714"/>
            <a:ext cx="1203319" cy="57399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3D49D6F-7908-70EF-1F64-057CEED48984}"/>
              </a:ext>
            </a:extLst>
          </p:cNvPr>
          <p:cNvSpPr/>
          <p:nvPr/>
        </p:nvSpPr>
        <p:spPr>
          <a:xfrm>
            <a:off x="5060788" y="699743"/>
            <a:ext cx="953388" cy="513425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Gateway</a:t>
            </a:r>
            <a:br>
              <a:rPr lang="en-IN" sz="1400" dirty="0">
                <a:solidFill>
                  <a:schemeClr val="tx1"/>
                </a:solidFill>
              </a:rPr>
            </a:br>
            <a:r>
              <a:rPr lang="en-IN" sz="1400" dirty="0">
                <a:solidFill>
                  <a:schemeClr val="tx1"/>
                </a:solidFill>
              </a:rPr>
              <a:t>(Sentry)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8CDCA1-9B48-44CA-7FC4-AE6D5C9252EC}"/>
              </a:ext>
            </a:extLst>
          </p:cNvPr>
          <p:cNvSpPr/>
          <p:nvPr/>
        </p:nvSpPr>
        <p:spPr>
          <a:xfrm>
            <a:off x="7848404" y="822177"/>
            <a:ext cx="751591" cy="4290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D963428-37C5-7E1E-2E2F-D82A1B57143C}"/>
              </a:ext>
            </a:extLst>
          </p:cNvPr>
          <p:cNvSpPr/>
          <p:nvPr/>
        </p:nvSpPr>
        <p:spPr>
          <a:xfrm>
            <a:off x="9196189" y="1141063"/>
            <a:ext cx="1864311" cy="115261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14B6A5D-4DD7-B8CF-F882-13DD68C5757A}"/>
              </a:ext>
            </a:extLst>
          </p:cNvPr>
          <p:cNvSpPr/>
          <p:nvPr/>
        </p:nvSpPr>
        <p:spPr>
          <a:xfrm>
            <a:off x="9265143" y="1616941"/>
            <a:ext cx="680903" cy="57399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Domain/ </a:t>
            </a:r>
            <a:br>
              <a:rPr lang="en-IN" sz="1100" dirty="0">
                <a:solidFill>
                  <a:schemeClr val="tx1"/>
                </a:solidFill>
              </a:rPr>
            </a:br>
            <a:r>
              <a:rPr lang="en-IN" sz="1100" dirty="0">
                <a:solidFill>
                  <a:schemeClr val="tx1"/>
                </a:solidFill>
              </a:rPr>
              <a:t>App 1..n Handler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5F31640-7CFD-2CEF-3AAC-FE46739C6A94}"/>
              </a:ext>
            </a:extLst>
          </p:cNvPr>
          <p:cNvSpPr/>
          <p:nvPr/>
        </p:nvSpPr>
        <p:spPr>
          <a:xfrm>
            <a:off x="10278329" y="1632969"/>
            <a:ext cx="713377" cy="57399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Delete/</a:t>
            </a:r>
            <a:br>
              <a:rPr lang="en-IN" sz="1100" dirty="0">
                <a:solidFill>
                  <a:schemeClr val="tx1"/>
                </a:solidFill>
              </a:rPr>
            </a:br>
            <a:r>
              <a:rPr lang="en-IN" sz="1100" dirty="0">
                <a:solidFill>
                  <a:schemeClr val="tx1"/>
                </a:solidFill>
              </a:rPr>
              <a:t>Access Processor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EA58FBC-FFCB-9EBC-EEF8-1B162109BE55}"/>
              </a:ext>
            </a:extLst>
          </p:cNvPr>
          <p:cNvSpPr/>
          <p:nvPr/>
        </p:nvSpPr>
        <p:spPr>
          <a:xfrm>
            <a:off x="9076074" y="2520091"/>
            <a:ext cx="1864311" cy="115261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C52792-A295-9F4C-1ACB-791772D98583}"/>
              </a:ext>
            </a:extLst>
          </p:cNvPr>
          <p:cNvSpPr txBox="1"/>
          <p:nvPr/>
        </p:nvSpPr>
        <p:spPr>
          <a:xfrm>
            <a:off x="9322589" y="1187450"/>
            <a:ext cx="141372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200" b="1" dirty="0"/>
              <a:t>Metadata Collector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71E4D0-65B3-DF2D-02D6-AF5F786B85A8}"/>
              </a:ext>
            </a:extLst>
          </p:cNvPr>
          <p:cNvSpPr txBox="1"/>
          <p:nvPr/>
        </p:nvSpPr>
        <p:spPr>
          <a:xfrm>
            <a:off x="9306046" y="2527057"/>
            <a:ext cx="67351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200" b="1" dirty="0"/>
              <a:t>Lineage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A89FE21-9912-0E1E-C367-75CEFDD3AA4E}"/>
              </a:ext>
            </a:extLst>
          </p:cNvPr>
          <p:cNvSpPr/>
          <p:nvPr/>
        </p:nvSpPr>
        <p:spPr>
          <a:xfrm>
            <a:off x="9159725" y="2983809"/>
            <a:ext cx="634468" cy="57399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Domain/ </a:t>
            </a:r>
            <a:br>
              <a:rPr lang="en-IN" sz="1100" dirty="0">
                <a:solidFill>
                  <a:schemeClr val="tx1"/>
                </a:solidFill>
              </a:rPr>
            </a:br>
            <a:r>
              <a:rPr lang="en-IN" sz="1100" dirty="0">
                <a:solidFill>
                  <a:schemeClr val="tx1"/>
                </a:solidFill>
              </a:rPr>
              <a:t>App 1..n Handler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B741AFE-8F8B-F3E1-9DAC-904B659B1A5E}"/>
              </a:ext>
            </a:extLst>
          </p:cNvPr>
          <p:cNvSpPr/>
          <p:nvPr/>
        </p:nvSpPr>
        <p:spPr>
          <a:xfrm>
            <a:off x="10228961" y="2983809"/>
            <a:ext cx="665233" cy="57399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Lineage Processor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14EAC9-F39A-6521-BEF3-7CB7FC9243DD}"/>
              </a:ext>
            </a:extLst>
          </p:cNvPr>
          <p:cNvSpPr txBox="1"/>
          <p:nvPr/>
        </p:nvSpPr>
        <p:spPr>
          <a:xfrm>
            <a:off x="172492" y="4024322"/>
            <a:ext cx="112402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000" dirty="0"/>
              <a:t>TRP Internal users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C2138-E50F-93EA-E8DB-A68D5F78978A}"/>
              </a:ext>
            </a:extLst>
          </p:cNvPr>
          <p:cNvSpPr txBox="1"/>
          <p:nvPr/>
        </p:nvSpPr>
        <p:spPr>
          <a:xfrm>
            <a:off x="9121540" y="3959744"/>
            <a:ext cx="319318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800" dirty="0"/>
              <a:t>PBI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CABC16-F822-7EFB-B572-0CBFCCB2EB60}"/>
              </a:ext>
            </a:extLst>
          </p:cNvPr>
          <p:cNvSpPr/>
          <p:nvPr/>
        </p:nvSpPr>
        <p:spPr>
          <a:xfrm>
            <a:off x="9743252" y="4295713"/>
            <a:ext cx="513080" cy="1878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Dashboard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AE859C-5A1F-8005-7BC1-D21E831747E7}"/>
              </a:ext>
            </a:extLst>
          </p:cNvPr>
          <p:cNvSpPr/>
          <p:nvPr/>
        </p:nvSpPr>
        <p:spPr>
          <a:xfrm>
            <a:off x="9161646" y="4295713"/>
            <a:ext cx="513080" cy="1878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Reporting</a:t>
            </a:r>
            <a:endParaRPr lang="en-IN" sz="500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EE77C30-18DB-96A2-8E5F-814577F3C219}"/>
              </a:ext>
            </a:extLst>
          </p:cNvPr>
          <p:cNvCxnSpPr>
            <a:cxnSpLocks/>
          </p:cNvCxnSpPr>
          <p:nvPr/>
        </p:nvCxnSpPr>
        <p:spPr>
          <a:xfrm>
            <a:off x="4410656" y="1938251"/>
            <a:ext cx="88034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 descr="Publish DSR Request">
            <a:extLst>
              <a:ext uri="{FF2B5EF4-FFF2-40B4-BE49-F238E27FC236}">
                <a16:creationId xmlns:a16="http://schemas.microsoft.com/office/drawing/2014/main" id="{8C08432D-3828-D1AA-03CA-791D606DAC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468648" y="4221354"/>
            <a:ext cx="79797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4E1C02B-018C-9017-350B-B9EBEE19D4AF}"/>
              </a:ext>
            </a:extLst>
          </p:cNvPr>
          <p:cNvCxnSpPr>
            <a:cxnSpLocks/>
          </p:cNvCxnSpPr>
          <p:nvPr/>
        </p:nvCxnSpPr>
        <p:spPr>
          <a:xfrm>
            <a:off x="4456223" y="3115857"/>
            <a:ext cx="79797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697B9A7-6DB6-7174-1E80-E81F53D0A5F0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4420878" y="956456"/>
            <a:ext cx="639911" cy="1365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034B121-B343-59CC-AE87-DEFCCEA24E8E}"/>
              </a:ext>
            </a:extLst>
          </p:cNvPr>
          <p:cNvCxnSpPr>
            <a:cxnSpLocks/>
          </p:cNvCxnSpPr>
          <p:nvPr/>
        </p:nvCxnSpPr>
        <p:spPr>
          <a:xfrm>
            <a:off x="5927926" y="2106874"/>
            <a:ext cx="1102171" cy="364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111DC42-637B-C40A-E354-FEC7040D0ECB}"/>
              </a:ext>
            </a:extLst>
          </p:cNvPr>
          <p:cNvCxnSpPr>
            <a:cxnSpLocks/>
          </p:cNvCxnSpPr>
          <p:nvPr/>
        </p:nvCxnSpPr>
        <p:spPr>
          <a:xfrm>
            <a:off x="5927926" y="2473483"/>
            <a:ext cx="109153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5FA2E2B5-A4D9-CB7F-C8B9-75B37793AFEC}"/>
              </a:ext>
            </a:extLst>
          </p:cNvPr>
          <p:cNvCxnSpPr>
            <a:cxnSpLocks/>
            <a:stCxn id="7" idx="0"/>
            <a:endCxn id="25" idx="3"/>
          </p:cNvCxnSpPr>
          <p:nvPr/>
        </p:nvCxnSpPr>
        <p:spPr>
          <a:xfrm rot="16200000" flipV="1">
            <a:off x="6440290" y="530343"/>
            <a:ext cx="896611" cy="174883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D0F0701-C839-402B-B195-4FE04218579C}"/>
              </a:ext>
            </a:extLst>
          </p:cNvPr>
          <p:cNvCxnSpPr>
            <a:stCxn id="12" idx="3"/>
          </p:cNvCxnSpPr>
          <p:nvPr/>
        </p:nvCxnSpPr>
        <p:spPr>
          <a:xfrm flipV="1">
            <a:off x="2086541" y="2403883"/>
            <a:ext cx="8201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2D47D8D0-AE40-9555-8E15-A35B8F208486}"/>
              </a:ext>
            </a:extLst>
          </p:cNvPr>
          <p:cNvCxnSpPr>
            <a:cxnSpLocks/>
          </p:cNvCxnSpPr>
          <p:nvPr/>
        </p:nvCxnSpPr>
        <p:spPr>
          <a:xfrm rot="5400000">
            <a:off x="1574978" y="1903275"/>
            <a:ext cx="354434" cy="527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64B75CB7-295B-BCAF-3867-4F420BE1A73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076220" y="3496544"/>
            <a:ext cx="8201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40F0ACA-2CAF-844A-DE78-3070DE59A06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946046" y="1917473"/>
            <a:ext cx="332283" cy="2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AD085B42-AF01-4DC0-C422-7D992F2E1C8C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>
            <a:off x="9794193" y="3270809"/>
            <a:ext cx="4347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FF7914A6-91E2-24F4-16ED-02F3A3350669}"/>
              </a:ext>
            </a:extLst>
          </p:cNvPr>
          <p:cNvCxnSpPr>
            <a:cxnSpLocks/>
            <a:stCxn id="16" idx="0"/>
            <a:endCxn id="11" idx="1"/>
          </p:cNvCxnSpPr>
          <p:nvPr/>
        </p:nvCxnSpPr>
        <p:spPr>
          <a:xfrm rot="5400000" flipH="1" flipV="1">
            <a:off x="-264320" y="2199798"/>
            <a:ext cx="1702000" cy="551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AFC2712C-43E7-EB5C-9B38-56D4AAC4E4D9}"/>
              </a:ext>
            </a:extLst>
          </p:cNvPr>
          <p:cNvSpPr txBox="1"/>
          <p:nvPr/>
        </p:nvSpPr>
        <p:spPr>
          <a:xfrm>
            <a:off x="4635110" y="2074771"/>
            <a:ext cx="6190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br>
              <a:rPr lang="en-IN" sz="1200" dirty="0"/>
            </a:br>
            <a:r>
              <a:rPr lang="en-IN" sz="1200" dirty="0"/>
              <a:t>Request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30564FF-748F-42EF-EF8C-F4E5384EB99D}"/>
              </a:ext>
            </a:extLst>
          </p:cNvPr>
          <p:cNvSpPr txBox="1"/>
          <p:nvPr/>
        </p:nvSpPr>
        <p:spPr>
          <a:xfrm>
            <a:off x="4597879" y="3188135"/>
            <a:ext cx="6369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en-IN" sz="1200" dirty="0"/>
              <a:t>Enhance </a:t>
            </a:r>
            <a:br>
              <a:rPr lang="en-IN" sz="1200" dirty="0"/>
            </a:br>
            <a:r>
              <a:rPr lang="en-IN" sz="1200" dirty="0"/>
              <a:t>Request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E7A3615-7D70-3018-2F06-C08EB8756D91}"/>
              </a:ext>
            </a:extLst>
          </p:cNvPr>
          <p:cNvSpPr txBox="1"/>
          <p:nvPr/>
        </p:nvSpPr>
        <p:spPr>
          <a:xfrm>
            <a:off x="4653387" y="4298912"/>
            <a:ext cx="5053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 rtlCol="0" anchor="ctr" anchorCtr="1">
            <a:spAutoFit/>
          </a:bodyPr>
          <a:lstStyle/>
          <a:p>
            <a:pPr algn="ctr"/>
            <a:r>
              <a:rPr lang="en-IN" sz="1200" dirty="0"/>
              <a:t>Publish</a:t>
            </a:r>
            <a:br>
              <a:rPr lang="en-IN" sz="1200" dirty="0"/>
            </a:br>
            <a:r>
              <a:rPr lang="en-IN" sz="1200" dirty="0"/>
              <a:t>Request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F5A6A26-F54B-8855-0012-58EE033569AA}"/>
              </a:ext>
            </a:extLst>
          </p:cNvPr>
          <p:cNvSpPr txBox="1"/>
          <p:nvPr/>
        </p:nvSpPr>
        <p:spPr>
          <a:xfrm>
            <a:off x="9246289" y="4612477"/>
            <a:ext cx="993926" cy="184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 rtlCol="0" anchor="ctr" anchorCtr="1">
            <a:spAutoFit/>
          </a:bodyPr>
          <a:lstStyle/>
          <a:p>
            <a:pPr algn="ctr"/>
            <a:r>
              <a:rPr lang="en-IN" sz="1200" dirty="0"/>
              <a:t>Internal </a:t>
            </a:r>
            <a:r>
              <a:rPr lang="en-IN" sz="1200" dirty="0" err="1"/>
              <a:t>Reportt</a:t>
            </a:r>
            <a:endParaRPr lang="en-IN" sz="1200" dirty="0"/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73BDAFED-12D6-4702-A674-4AC2F1048AAC}"/>
              </a:ext>
            </a:extLst>
          </p:cNvPr>
          <p:cNvCxnSpPr>
            <a:cxnSpLocks/>
          </p:cNvCxnSpPr>
          <p:nvPr/>
        </p:nvCxnSpPr>
        <p:spPr>
          <a:xfrm>
            <a:off x="434287" y="3584507"/>
            <a:ext cx="8780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B3F29083-3150-C160-4E27-A8D567BEDC5E}"/>
              </a:ext>
            </a:extLst>
          </p:cNvPr>
          <p:cNvSpPr/>
          <p:nvPr/>
        </p:nvSpPr>
        <p:spPr>
          <a:xfrm>
            <a:off x="3081480" y="4045721"/>
            <a:ext cx="854015" cy="351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Platform Capabilities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ED24FE5-3D82-3EFA-7942-5920E60BD197}"/>
              </a:ext>
            </a:extLst>
          </p:cNvPr>
          <p:cNvSpPr/>
          <p:nvPr/>
        </p:nvSpPr>
        <p:spPr>
          <a:xfrm>
            <a:off x="3065244" y="2326672"/>
            <a:ext cx="854015" cy="351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Metadata Repository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439D1A-EED4-6EC2-AC6F-A7A568C8C52F}"/>
              </a:ext>
            </a:extLst>
          </p:cNvPr>
          <p:cNvSpPr txBox="1"/>
          <p:nvPr/>
        </p:nvSpPr>
        <p:spPr>
          <a:xfrm>
            <a:off x="310718" y="866163"/>
            <a:ext cx="156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 err="1">
                <a:solidFill>
                  <a:schemeClr val="tx1"/>
                </a:solidFill>
              </a:rPr>
              <a:t>Data.world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0A35E02-94AB-4BD0-469F-6381A2331505}"/>
              </a:ext>
            </a:extLst>
          </p:cNvPr>
          <p:cNvSpPr txBox="1"/>
          <p:nvPr/>
        </p:nvSpPr>
        <p:spPr>
          <a:xfrm>
            <a:off x="10811868" y="587124"/>
            <a:ext cx="156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TRP AWS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35BF66B-04B2-7B5A-CE58-666332802A98}"/>
              </a:ext>
            </a:extLst>
          </p:cNvPr>
          <p:cNvSpPr txBox="1"/>
          <p:nvPr/>
        </p:nvSpPr>
        <p:spPr>
          <a:xfrm>
            <a:off x="4570157" y="6315758"/>
            <a:ext cx="156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TRP On-Prem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90" name="Flowchart: Magnetic Disk 89">
            <a:extLst>
              <a:ext uri="{FF2B5EF4-FFF2-40B4-BE49-F238E27FC236}">
                <a16:creationId xmlns:a16="http://schemas.microsoft.com/office/drawing/2014/main" id="{93F2771F-5407-FD50-0B90-DBC24D70C8FD}"/>
              </a:ext>
            </a:extLst>
          </p:cNvPr>
          <p:cNvSpPr/>
          <p:nvPr/>
        </p:nvSpPr>
        <p:spPr>
          <a:xfrm>
            <a:off x="5152262" y="5528007"/>
            <a:ext cx="914400" cy="612648"/>
          </a:xfrm>
          <a:prstGeom prst="flowChartMagneticDisk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E663C0D-4C75-EAE6-64DC-A84FABD5D457}"/>
              </a:ext>
            </a:extLst>
          </p:cNvPr>
          <p:cNvSpPr txBox="1"/>
          <p:nvPr/>
        </p:nvSpPr>
        <p:spPr>
          <a:xfrm>
            <a:off x="8872158" y="800402"/>
            <a:ext cx="2022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/>
              <a:t>TRP AWS VPC </a:t>
            </a:r>
          </a:p>
          <a:p>
            <a:pPr algn="ctr"/>
            <a:r>
              <a:rPr lang="en-IN" sz="1000" b="1" dirty="0"/>
              <a:t>TRP AKS/LAMBDA</a:t>
            </a:r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660812E-C506-46A8-4DE5-745532F60A8A}"/>
              </a:ext>
            </a:extLst>
          </p:cNvPr>
          <p:cNvCxnSpPr/>
          <p:nvPr/>
        </p:nvCxnSpPr>
        <p:spPr>
          <a:xfrm>
            <a:off x="8495930" y="2403883"/>
            <a:ext cx="3633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BBD0AEB-0F9C-465F-F2B4-5B3B5EC565CD}"/>
              </a:ext>
            </a:extLst>
          </p:cNvPr>
          <p:cNvCxnSpPr/>
          <p:nvPr/>
        </p:nvCxnSpPr>
        <p:spPr>
          <a:xfrm>
            <a:off x="8397354" y="1288170"/>
            <a:ext cx="0" cy="4642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40B3F78-3D57-3618-A2BF-812738DAC35C}"/>
              </a:ext>
            </a:extLst>
          </p:cNvPr>
          <p:cNvCxnSpPr>
            <a:cxnSpLocks/>
          </p:cNvCxnSpPr>
          <p:nvPr/>
        </p:nvCxnSpPr>
        <p:spPr>
          <a:xfrm>
            <a:off x="5578227" y="5141298"/>
            <a:ext cx="0" cy="3867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A1EA0B99-BAE9-2DA4-D639-4DEF08A7EAF6}"/>
              </a:ext>
            </a:extLst>
          </p:cNvPr>
          <p:cNvSpPr/>
          <p:nvPr/>
        </p:nvSpPr>
        <p:spPr>
          <a:xfrm>
            <a:off x="6763109" y="3449441"/>
            <a:ext cx="1948794" cy="136234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7B5E0DA3-65C8-F02D-C914-7A9E2FE3DCB0}"/>
              </a:ext>
            </a:extLst>
          </p:cNvPr>
          <p:cNvCxnSpPr/>
          <p:nvPr/>
        </p:nvCxnSpPr>
        <p:spPr>
          <a:xfrm>
            <a:off x="8646513" y="1027694"/>
            <a:ext cx="212814" cy="19459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Flowchart: Magnetic Disk 192">
            <a:extLst>
              <a:ext uri="{FF2B5EF4-FFF2-40B4-BE49-F238E27FC236}">
                <a16:creationId xmlns:a16="http://schemas.microsoft.com/office/drawing/2014/main" id="{EBFF1CF0-C472-2EBC-9017-5B30D5E03A22}"/>
              </a:ext>
            </a:extLst>
          </p:cNvPr>
          <p:cNvSpPr/>
          <p:nvPr/>
        </p:nvSpPr>
        <p:spPr>
          <a:xfrm>
            <a:off x="7280306" y="3865316"/>
            <a:ext cx="914400" cy="612648"/>
          </a:xfrm>
          <a:prstGeom prst="flowChartMagneticDisk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AA14606F-C0AC-C955-AD87-BA0C447A8006}"/>
              </a:ext>
            </a:extLst>
          </p:cNvPr>
          <p:cNvCxnSpPr/>
          <p:nvPr/>
        </p:nvCxnSpPr>
        <p:spPr>
          <a:xfrm>
            <a:off x="7737506" y="3086651"/>
            <a:ext cx="0" cy="4642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2814AA87-7939-3A20-EA33-FD475B5E3D34}"/>
              </a:ext>
            </a:extLst>
          </p:cNvPr>
          <p:cNvCxnSpPr>
            <a:cxnSpLocks/>
            <a:stCxn id="193" idx="4"/>
            <a:endCxn id="29" idx="1"/>
          </p:cNvCxnSpPr>
          <p:nvPr/>
        </p:nvCxnSpPr>
        <p:spPr>
          <a:xfrm flipV="1">
            <a:off x="8194706" y="1717372"/>
            <a:ext cx="1001483" cy="2454268"/>
          </a:xfrm>
          <a:prstGeom prst="bentConnector3">
            <a:avLst>
              <a:gd name="adj1" fmla="val 5603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B552CBE-292B-72F9-7DEE-204E1CA0ED37}"/>
              </a:ext>
            </a:extLst>
          </p:cNvPr>
          <p:cNvSpPr/>
          <p:nvPr/>
        </p:nvSpPr>
        <p:spPr>
          <a:xfrm>
            <a:off x="6875918" y="5444418"/>
            <a:ext cx="5208561" cy="1240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488091C-1901-88D7-0598-D194917E0214}"/>
              </a:ext>
            </a:extLst>
          </p:cNvPr>
          <p:cNvSpPr txBox="1"/>
          <p:nvPr/>
        </p:nvSpPr>
        <p:spPr>
          <a:xfrm>
            <a:off x="10736309" y="5400695"/>
            <a:ext cx="156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TRP Azure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346362E8-0FA7-8414-C2EB-A5DD2CD5B8B3}"/>
              </a:ext>
            </a:extLst>
          </p:cNvPr>
          <p:cNvSpPr/>
          <p:nvPr/>
        </p:nvSpPr>
        <p:spPr>
          <a:xfrm>
            <a:off x="8819796" y="5506118"/>
            <a:ext cx="1948794" cy="113752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Flowchart: Magnetic Disk 204">
            <a:extLst>
              <a:ext uri="{FF2B5EF4-FFF2-40B4-BE49-F238E27FC236}">
                <a16:creationId xmlns:a16="http://schemas.microsoft.com/office/drawing/2014/main" id="{6B522927-4F5C-C234-6928-71D31CE7FE29}"/>
              </a:ext>
            </a:extLst>
          </p:cNvPr>
          <p:cNvSpPr/>
          <p:nvPr/>
        </p:nvSpPr>
        <p:spPr>
          <a:xfrm>
            <a:off x="9336993" y="5828678"/>
            <a:ext cx="914400" cy="511545"/>
          </a:xfrm>
          <a:prstGeom prst="flowChartMagneticDisk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AF843A7E-F20E-32A0-ED6A-7F3F95E88E26}"/>
              </a:ext>
            </a:extLst>
          </p:cNvPr>
          <p:cNvSpPr/>
          <p:nvPr/>
        </p:nvSpPr>
        <p:spPr>
          <a:xfrm>
            <a:off x="7166792" y="5580633"/>
            <a:ext cx="1389495" cy="1006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VPN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EDE59461-13F4-8F91-F8CB-821C07209937}"/>
              </a:ext>
            </a:extLst>
          </p:cNvPr>
          <p:cNvCxnSpPr>
            <a:cxnSpLocks/>
          </p:cNvCxnSpPr>
          <p:nvPr/>
        </p:nvCxnSpPr>
        <p:spPr>
          <a:xfrm>
            <a:off x="5927926" y="4934470"/>
            <a:ext cx="1165948" cy="113967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337EAEF-7AC5-EAC0-E5DD-4F1AD7830A27}"/>
              </a:ext>
            </a:extLst>
          </p:cNvPr>
          <p:cNvCxnSpPr>
            <a:stCxn id="206" idx="3"/>
            <a:endCxn id="204" idx="1"/>
          </p:cNvCxnSpPr>
          <p:nvPr/>
        </p:nvCxnSpPr>
        <p:spPr>
          <a:xfrm flipV="1">
            <a:off x="8556287" y="6074880"/>
            <a:ext cx="263509" cy="91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83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92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Ray</dc:creator>
  <cp:lastModifiedBy>debasish bhattacharya</cp:lastModifiedBy>
  <cp:revision>8</cp:revision>
  <dcterms:created xsi:type="dcterms:W3CDTF">2022-05-22T09:47:29Z</dcterms:created>
  <dcterms:modified xsi:type="dcterms:W3CDTF">2022-05-23T14:50:27Z</dcterms:modified>
</cp:coreProperties>
</file>